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54523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— Project Snapshot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4198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3,900 transactions to reveal spending patterns, segments, product preferences, and subscription behavior to guide strategy.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11598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Summary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61475" y="2415282"/>
            <a:ext cx="1972915" cy="2931120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610644"/>
            <a:ext cx="158220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56832" y="3034109"/>
            <a:ext cx="15822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rows × 18 columns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415282"/>
            <a:ext cx="1972915" cy="2931120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8754" y="2610644"/>
            <a:ext cx="158220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018754" y="3034109"/>
            <a:ext cx="1582202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purchase details, behavior flags (discounts, promo use), review ratings, shipping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415282"/>
            <a:ext cx="1972915" cy="2931120"/>
          </a:xfrm>
          <a:prstGeom prst="roundRect">
            <a:avLst>
              <a:gd name="adj" fmla="val 402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0677" y="2610644"/>
            <a:ext cx="158220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Data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180677" y="3034109"/>
            <a:ext cx="158220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5346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&amp; Feature Engineering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367300" y="3427214"/>
            <a:ext cx="91691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with Pandas; cleaned headers to snake_case. Imputed missing review_ratings using category medians. Engineered age_group bins and converted frequency to numeric days. Integrated cleaned table into a relational database for querying.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Analysis — Top Locations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5325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performance highlights top markets and average customer ages (e.g., Montana avg age 43.8). Use for targeted regional campaigns.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Payment Methods &amp; Transaction Volume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5325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gateway volumes and revenue are similar across major methods—insight for payment partnerships and UX optimization.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5346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Seasonal Category Performance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332776" y="3427214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cross-tab shows Clothing consistently leads revenue (notably Spring &amp; Winter). Use to optimize inventory and seasonal promotions.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 &amp; Customer Satisfaction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5325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Discounted purchases show a slight dip in average review rating (3.74 vs 3.76). Recommend evaluating margin trade-offs and post-purchase experience for discounted items.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1326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Segments &amp; Revenue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11500"/>
            <a:ext cx="1004962" cy="1256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3111500"/>
            <a:ext cx="222423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02670" y="3534966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 — core revenue drivers; prioritize retention workflows.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111500"/>
            <a:ext cx="1004962" cy="1256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3111500"/>
            <a:ext cx="222423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604330" y="3534966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 — candidate for targeted reactivation offers.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111500"/>
            <a:ext cx="1004962" cy="1256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3111500"/>
            <a:ext cx="222423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305990" y="3534966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customers — focus on onboarding and first-purchase incentives.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Summary — KPIs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4163"/>
            <a:ext cx="6095054" cy="41451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791" y="1489273"/>
            <a:ext cx="3306680" cy="1052612"/>
          </a:xfrm>
          <a:prstGeom prst="roundRect">
            <a:avLst>
              <a:gd name="adj" fmla="val 683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07388" y="1666875"/>
            <a:ext cx="2951486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07388" y="2103041"/>
            <a:ext cx="29514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791" y="2697063"/>
            <a:ext cx="3306680" cy="1052612"/>
          </a:xfrm>
          <a:prstGeom prst="roundRect">
            <a:avLst>
              <a:gd name="adj" fmla="val 683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07388" y="2874665"/>
            <a:ext cx="2951486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Purchase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07388" y="3310830"/>
            <a:ext cx="29514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791" y="3904853"/>
            <a:ext cx="3306680" cy="1052612"/>
          </a:xfrm>
          <a:prstGeom prst="roundRect">
            <a:avLst>
              <a:gd name="adj" fmla="val 683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07388" y="4082455"/>
            <a:ext cx="2951486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Review Rating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07388" y="4518620"/>
            <a:ext cx="29514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791" y="5112643"/>
            <a:ext cx="3306680" cy="1052612"/>
          </a:xfrm>
          <a:prstGeom prst="roundRect">
            <a:avLst>
              <a:gd name="adj" fmla="val 683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7388" y="5290245"/>
            <a:ext cx="2951486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Split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407388" y="5726410"/>
            <a:ext cx="29514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Yes / 73% No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746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Recommendations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41153"/>
            <a:ext cx="2575357" cy="3279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55565"/>
            <a:ext cx="204494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Top Markets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77479" y="3189089"/>
            <a:ext cx="20449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marketing to high-revenue locations identified in location analytics.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2241153"/>
            <a:ext cx="2575456" cy="32792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1842" y="2455565"/>
            <a:ext cx="204504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Increase Subscriptions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3741842" y="3189089"/>
            <a:ext cx="20450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tiered rewards to convert non-subscribers and boost retention.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2241153"/>
            <a:ext cx="2575456" cy="32792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6305" y="2455565"/>
            <a:ext cx="204504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Refine Discounting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6506305" y="3189089"/>
            <a:ext cx="20450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margin impact of discounts and optimize for long-term profitability.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4764" y="2241153"/>
            <a:ext cx="2575456" cy="32792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0768" y="2455565"/>
            <a:ext cx="204504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Lifecycle Campaigns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9270768" y="3189089"/>
            <a:ext cx="204504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New/Returning/Loyal segmentation to deploy tailored retention and reactivation workflows.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2026-08-30T16:03:06Z</dcterms:created>
  <dcterms:modified xsi:type="dcterms:W3CDTF">2026-08-30T16:03:06Z</dcterms:modified>
</cp:coreProperties>
</file>